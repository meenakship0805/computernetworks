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69928-B13F-4977-8844-20ABC4C88E2F}" v="6" dt="2026-04-30T05:50:32.2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627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38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5258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24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163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7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91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639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958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20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38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EE93D99B-9D52-4C43-8A09-81C2715E2657}" type="datetimeFigureOut">
              <a:rPr lang="en-IN" smtClean="0"/>
              <a:t>01-05-2026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6A49931C-F8F6-4D13-A0B3-999EFEEFCD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909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552E-9A41-A4CF-8D13-C48D94FEEB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000" b="1" dirty="0">
                <a:latin typeface="Arial Narrow" panose="020B0606020202030204" pitchFamily="34" charset="0"/>
              </a:rPr>
              <a:t>Domain Name System(DNS)</a:t>
            </a:r>
            <a:endParaRPr lang="en-IN" sz="7000" b="1" dirty="0">
              <a:latin typeface="Arial Narrow" panose="020B0606020202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0AF06B-81D8-21AF-A2D7-42029EC297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by : Meenakshi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no. : 2301730200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: BTech CSE AIML –  C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808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27323-3814-F980-9773-E2C6CDD87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0238" y="0"/>
            <a:ext cx="10772775" cy="1658198"/>
          </a:xfrm>
        </p:spPr>
        <p:txBody>
          <a:bodyPr/>
          <a:lstStyle/>
          <a:p>
            <a:r>
              <a:rPr lang="en-IN" dirty="0"/>
              <a:t>What is DNS?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07698-6C27-A245-ED7F-B805E552B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607" y="1677383"/>
            <a:ext cx="5880846" cy="4270744"/>
          </a:xfrm>
        </p:spPr>
        <p:txBody>
          <a:bodyPr>
            <a:normAutofit/>
          </a:bodyPr>
          <a:lstStyle/>
          <a:p>
            <a:r>
              <a:rPr lang="en-US" sz="3200" dirty="0"/>
              <a:t>DNS stands for Domain Name System</a:t>
            </a:r>
          </a:p>
          <a:p>
            <a:r>
              <a:rPr lang="en-US" sz="3200" dirty="0"/>
              <a:t>• It converts domain names into IP addresses</a:t>
            </a:r>
          </a:p>
          <a:p>
            <a:r>
              <a:rPr lang="en-US" sz="3200" dirty="0"/>
              <a:t>• Example: google.com → 142.250.x.x</a:t>
            </a:r>
          </a:p>
          <a:p>
            <a:r>
              <a:rPr lang="en-US" sz="3200" dirty="0"/>
              <a:t>• Called the ‘Phonebook of the Internet’</a:t>
            </a:r>
            <a:endParaRPr lang="en-IN" sz="3200" dirty="0"/>
          </a:p>
        </p:txBody>
      </p:sp>
      <p:pic>
        <p:nvPicPr>
          <p:cNvPr id="1026" name="Picture 2" descr="How to Resolve Common DNS Issues and Error Messages | HP® Tech Takes -  Indonesia &lt; Tech Info - HP.com Indonesia">
            <a:extLst>
              <a:ext uri="{FF2B5EF4-FFF2-40B4-BE49-F238E27FC236}">
                <a16:creationId xmlns:a16="http://schemas.microsoft.com/office/drawing/2014/main" id="{E26E2A99-3C1F-2586-30FD-26E42BE78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6162" y="1677383"/>
            <a:ext cx="5222340" cy="261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563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CF4FD-DA72-E10F-08CC-213615784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DNS is Needed?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3DD6D1-98DB-B467-8192-277A780F61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0983" y="1806646"/>
            <a:ext cx="5832628" cy="279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• Humans remember names easily</a:t>
            </a:r>
          </a:p>
          <a:p>
            <a:r>
              <a:rPr lang="en-US" sz="3200" dirty="0"/>
              <a:t>• Computers communicate using IP addresses</a:t>
            </a:r>
          </a:p>
          <a:p>
            <a:r>
              <a:rPr lang="en-US" sz="3200" dirty="0"/>
              <a:t>• DNS helps connect both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why we need DNS">
            <a:extLst>
              <a:ext uri="{FF2B5EF4-FFF2-40B4-BE49-F238E27FC236}">
                <a16:creationId xmlns:a16="http://schemas.microsoft.com/office/drawing/2014/main" id="{B965F453-C533-227A-834F-889B31565C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917" y="2224411"/>
            <a:ext cx="5424996" cy="359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719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299D-EE3B-9ECF-9EEE-847364B27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How DNS Works?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D1667-2A21-6EC7-9EEC-34E8BFC16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1. User enters website name</a:t>
            </a:r>
          </a:p>
          <a:p>
            <a:r>
              <a:rPr lang="en-US" sz="3200" dirty="0"/>
              <a:t>2. Browser sends DNS request</a:t>
            </a:r>
          </a:p>
          <a:p>
            <a:r>
              <a:rPr lang="en-US" sz="3200" dirty="0"/>
              <a:t>3. DNS server finds IP address</a:t>
            </a:r>
          </a:p>
          <a:p>
            <a:r>
              <a:rPr lang="en-US" sz="3200" dirty="0"/>
              <a:t>4. Browser connects to the website</a:t>
            </a:r>
          </a:p>
          <a:p>
            <a:endParaRPr lang="en-IN" dirty="0"/>
          </a:p>
        </p:txBody>
      </p:sp>
      <p:pic>
        <p:nvPicPr>
          <p:cNvPr id="3074" name="Picture 2" descr="What is Domain Name System and what is the purpose of the DNS?">
            <a:extLst>
              <a:ext uri="{FF2B5EF4-FFF2-40B4-BE49-F238E27FC236}">
                <a16:creationId xmlns:a16="http://schemas.microsoft.com/office/drawing/2014/main" id="{33C7B4F5-C4E9-D9A5-8586-E55C21206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877" y="423908"/>
            <a:ext cx="4257213" cy="6145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19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2AC3-4F4C-FD86-1FF8-E173FC681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DNS Servers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B90E5-DE47-FD7D-4248-484B88604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• Recursive Resolver</a:t>
            </a:r>
          </a:p>
          <a:p>
            <a:r>
              <a:rPr lang="en-US" sz="3200" dirty="0"/>
              <a:t>• Root Server</a:t>
            </a:r>
          </a:p>
          <a:p>
            <a:r>
              <a:rPr lang="en-US" sz="3200" dirty="0"/>
              <a:t>• TLD Server</a:t>
            </a:r>
          </a:p>
          <a:p>
            <a:r>
              <a:rPr lang="en-US" sz="3200" dirty="0"/>
              <a:t>• Authoritative Server</a:t>
            </a:r>
          </a:p>
          <a:p>
            <a:pPr marL="0" indent="0">
              <a:buNone/>
            </a:pPr>
            <a:r>
              <a:rPr lang="en-IN" sz="2800" dirty="0"/>
              <a:t> </a:t>
            </a:r>
          </a:p>
        </p:txBody>
      </p:sp>
      <p:pic>
        <p:nvPicPr>
          <p:cNvPr id="4102" name="Picture 6" descr="DNS server - GeeksforGeeks">
            <a:extLst>
              <a:ext uri="{FF2B5EF4-FFF2-40B4-BE49-F238E27FC236}">
                <a16:creationId xmlns:a16="http://schemas.microsoft.com/office/drawing/2014/main" id="{F4791AFC-F170-219C-CF29-B42C9DCA2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508" y="1790700"/>
            <a:ext cx="73152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469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2C0E7-1240-8B9E-E8BF-1BBE2C50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ADVANTAGES &amp; DISADVANTAGES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C27A6-E3AB-74A0-D5C6-FC7BFE9F4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235" y="1687215"/>
            <a:ext cx="10753725" cy="3887962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• Easy internet access</a:t>
            </a:r>
          </a:p>
          <a:p>
            <a:r>
              <a:rPr lang="en-US" sz="3200" dirty="0"/>
              <a:t>• Faster website access using caching</a:t>
            </a:r>
          </a:p>
          <a:p>
            <a:r>
              <a:rPr lang="en-US" sz="3200" dirty="0"/>
              <a:t>• User-friendly system</a:t>
            </a:r>
          </a:p>
          <a:p>
            <a:pPr marL="0" indent="0">
              <a:buNone/>
            </a:pPr>
            <a:endParaRPr lang="en-IN" sz="3200" dirty="0"/>
          </a:p>
          <a:p>
            <a:r>
              <a:rPr lang="en-IN" sz="3200" dirty="0"/>
              <a:t>• DNS attacks possible</a:t>
            </a:r>
          </a:p>
          <a:p>
            <a:r>
              <a:rPr lang="en-IN" sz="3200" dirty="0"/>
              <a:t>• Server failure can affect access</a:t>
            </a:r>
          </a:p>
          <a:p>
            <a:r>
              <a:rPr lang="en-IN" sz="3200" dirty="0"/>
              <a:t>• Requires maintenance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57219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39078-C602-F88F-0729-A287635B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B871B-775A-B20A-D5E1-98816C537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• Web browsing</a:t>
            </a:r>
          </a:p>
          <a:p>
            <a:r>
              <a:rPr lang="en-IN" sz="3200" dirty="0"/>
              <a:t>• Email services</a:t>
            </a:r>
          </a:p>
          <a:p>
            <a:r>
              <a:rPr lang="en-IN" sz="3200" dirty="0"/>
              <a:t>• Cloud services</a:t>
            </a:r>
          </a:p>
          <a:p>
            <a:r>
              <a:rPr lang="en-IN" sz="3200" dirty="0"/>
              <a:t>• Online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8205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5BE4-A39D-5F23-FAE5-DB062594B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504" y="292963"/>
            <a:ext cx="10782300" cy="391505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8463313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47</TotalTime>
  <Words>178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Narrow</vt:lpstr>
      <vt:lpstr>Calibri Light</vt:lpstr>
      <vt:lpstr>Times New Roman</vt:lpstr>
      <vt:lpstr>Metropolitan</vt:lpstr>
      <vt:lpstr>Domain Name System(DNS)</vt:lpstr>
      <vt:lpstr>What is DNS?</vt:lpstr>
      <vt:lpstr>Why DNS is Needed?</vt:lpstr>
      <vt:lpstr>How DNS Works?</vt:lpstr>
      <vt:lpstr>Types Of DNS Servers</vt:lpstr>
      <vt:lpstr>ADVANTAGES &amp; DISADVANTAGES </vt:lpstr>
      <vt:lpstr>Applications Of DNS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Manya Juneja</dc:creator>
  <cp:lastModifiedBy>harsh pandey</cp:lastModifiedBy>
  <cp:revision>2</cp:revision>
  <dcterms:created xsi:type="dcterms:W3CDTF">2026-04-30T05:22:15Z</dcterms:created>
  <dcterms:modified xsi:type="dcterms:W3CDTF">2026-05-01T08:18:17Z</dcterms:modified>
</cp:coreProperties>
</file>